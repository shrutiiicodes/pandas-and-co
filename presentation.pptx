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label was a coin flip.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68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50,000 corrupted career profiles and proving what they can and cannot tell us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Co.  ·  Analytrix TCET  ·  Problem Statement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kinds of corruption in every column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  NULL  MISSING  ?  ""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missing tokens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{"v": 59}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JSON-wrapped numbers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51-56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instead of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Val_52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prefix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286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$67508   118274 USD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noise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286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UmV0YWls → Retail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categoricals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tsylanA ataD → Data Analyst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strings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3375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IDs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33375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muideM  TWVkaXVt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itself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hits 8 to 30 percent of rows. Roughly 20 percent of every column is genuinely missing.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it before touching it</a:t>
            </a:r>
            <a:endParaRPr lang="en-US" sz="3200" dirty="0"/>
          </a:p>
        </p:txBody>
      </p:sp>
      <p:pic>
        <p:nvPicPr>
          <p:cNvPr id="3" name="Image 0" descr="C:/Users/asus/Projects/Pandas-and-Co/reports/01_corrup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760720" cy="34564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4630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215,910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repaired</a:t>
            </a:r>
            <a:endParaRPr lang="en-US" sz="4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78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unparseable values left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small function per corruption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371600"/>
            <a:ext cx="457200" cy="457200"/>
          </a:xfrm>
          <a:prstGeom prst="ellipse">
            <a:avLst/>
          </a:prstGeom>
          <a:solidFill>
            <a:srgbClr val="17877C"/>
          </a:solidFill>
          <a:ln w="12700">
            <a:solidFill>
              <a:srgbClr val="17877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tokens → NaN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371600"/>
            <a:ext cx="457200" cy="457200"/>
          </a:xfrm>
          <a:prstGeom prst="ellipse">
            <a:avLst/>
          </a:prstGeom>
          <a:solidFill>
            <a:srgbClr val="17877C"/>
          </a:solidFill>
          <a:ln w="12700">
            <a:solidFill>
              <a:srgbClr val="17877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unwrap JSON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1371600"/>
            <a:ext cx="457200" cy="457200"/>
          </a:xfrm>
          <a:prstGeom prst="ellipse">
            <a:avLst/>
          </a:prstGeom>
          <a:solidFill>
            <a:srgbClr val="17877C"/>
          </a:solidFill>
          <a:ln w="12700">
            <a:solidFill>
              <a:srgbClr val="17877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Val_ / $ / USD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371600"/>
            <a:ext cx="457200" cy="457200"/>
          </a:xfrm>
          <a:prstGeom prst="ellipse">
            <a:avLst/>
          </a:prstGeom>
          <a:solidFill>
            <a:srgbClr val="17877C"/>
          </a:solidFill>
          <a:ln w="12700">
            <a:solidFill>
              <a:srgbClr val="1787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→ midpoint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1371600"/>
            <a:ext cx="457200" cy="457200"/>
          </a:xfrm>
          <a:prstGeom prst="ellipse">
            <a:avLst/>
          </a:prstGeom>
          <a:solidFill>
            <a:srgbClr val="17877C"/>
          </a:solidFill>
          <a:ln w="12700">
            <a:solidFill>
              <a:srgbClr val="17877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→ decode → vocab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1371600"/>
            <a:ext cx="457200" cy="457200"/>
          </a:xfrm>
          <a:prstGeom prst="ellipse">
            <a:avLst/>
          </a:prstGeom>
          <a:solidFill>
            <a:srgbClr val="17877C"/>
          </a:solidFill>
          <a:ln w="12700">
            <a:solidFill>
              <a:srgbClr val="17877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1920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→ reverse → vocab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0175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clean(df) → (clean_df, report)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function in training and in the demo app, so nothing drifts between the two. Every fix is counted. Five assert-based tests guard the cleaners.</a:t>
            </a:r>
            <a:endParaRPr lang="en-US" sz="1600" dirty="0"/>
          </a:p>
        </p:txBody>
      </p:sp>
      <p:pic>
        <p:nvPicPr>
          <p:cNvPr id="22" name="Image 0" descr="C:/Users/asus/Projects/Pandas-and-Co/reports/02_reco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83464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tried to predict it. Honestly.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 CV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1F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all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without readiness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boosting, all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boosting, without readiness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boosting, shuffled labels (20 runs)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C:/Users/asus/Projects/Pandas-and-Co/reports/07_model_vs_ch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188720"/>
            <a:ext cx="3383280" cy="152704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39496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of every categorical vs the label: p &gt; 0.36.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correlates with any other above 0.02.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features are uniform noise.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label is a fair three-sided coin.</a:t>
            </a:r>
            <a:endParaRPr lang="en-US" sz="3000" dirty="0"/>
          </a:p>
        </p:txBody>
      </p:sp>
      <p:pic>
        <p:nvPicPr>
          <p:cNvPr id="3" name="Image 0" descr="C:/Users/asus/Projects/Pandas-and-Co/reports/06_features_by_lab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0"/>
            <a:ext cx="4754880" cy="2560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24688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beat 33 percent on this data. A submission that does is leaking the target or overfitting. We report the truth instead of a fake score.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ship instead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87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average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128016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87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28016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87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skill gap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32120" y="128016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87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128016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87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hours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Readiness Index, 0 to 100, built only from cleaned inputs.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tunable, and it does not pretend to learn from a random label. Live in the Streamlit demo: upload any dirty CSV, get it cleaned, audited and indexed, with a try-your-own-profile form.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first, and count every fix.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148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leakage before celebrating.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26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chance and against shuffled labels.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truthful "no signal" beats a fake 99 percent.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github.com/Shrutiiicodes/Pandas-and-Co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2026-09-24T16:37:49Z</dcterms:created>
  <dcterms:modified xsi:type="dcterms:W3CDTF">2026-09-24T16:37:49Z</dcterms:modified>
</cp:coreProperties>
</file>